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62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45" d="100"/>
          <a:sy n="45" d="100"/>
        </p:scale>
        <p:origin x="79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5/30/2017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5/30/2017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5/30/2017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5/30/2017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5/30/2017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5/30/2017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5/30/2017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5/30/2017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5/30/2017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5/30/2017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5/30/2017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5/30/2017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5/30/2017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5/30/2017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5/30/2017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FLIGHT SIMULATOR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dirty="0"/>
              <a:t>Carlos Javier Medina y Andrés Miguel Villamil</a:t>
            </a:r>
          </a:p>
        </p:txBody>
      </p:sp>
    </p:spTree>
    <p:extLst>
      <p:ext uri="{BB962C8B-B14F-4D97-AF65-F5344CB8AC3E}">
        <p14:creationId xmlns:p14="http://schemas.microsoft.com/office/powerpoint/2010/main" val="2568775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OBJETIVOS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Implementar un simulador de vuelo en una escena  haciendo uso de </a:t>
            </a:r>
            <a:r>
              <a:rPr lang="es-CO" dirty="0" err="1"/>
              <a:t>proscene</a:t>
            </a:r>
            <a:r>
              <a:rPr lang="es-CO" dirty="0"/>
              <a:t> e </a:t>
            </a:r>
            <a:r>
              <a:rPr lang="es-CO" dirty="0" err="1"/>
              <a:t>interactive</a:t>
            </a:r>
            <a:r>
              <a:rPr lang="es-CO" dirty="0"/>
              <a:t> frames.</a:t>
            </a:r>
          </a:p>
          <a:p>
            <a:r>
              <a:rPr lang="es-CO" dirty="0"/>
              <a:t>Modificar los métodos de seguimiento de al avión para manipular la cámara en tercera persona de forma similar a los juegos de aviones.</a:t>
            </a:r>
          </a:p>
          <a:p>
            <a:r>
              <a:rPr lang="es-CO" dirty="0"/>
              <a:t>Brindar al usuario interacción con el avión a través del teclado con movimientos de pitch up, pitch </a:t>
            </a:r>
            <a:r>
              <a:rPr lang="es-CO" dirty="0" err="1"/>
              <a:t>down</a:t>
            </a:r>
            <a:r>
              <a:rPr lang="es-CO" dirty="0"/>
              <a:t>, roll </a:t>
            </a:r>
            <a:r>
              <a:rPr lang="es-CO" dirty="0" err="1"/>
              <a:t>left</a:t>
            </a:r>
            <a:r>
              <a:rPr lang="es-CO" dirty="0"/>
              <a:t>, roll </a:t>
            </a:r>
            <a:r>
              <a:rPr lang="es-CO" dirty="0" err="1"/>
              <a:t>right</a:t>
            </a:r>
            <a:r>
              <a:rPr lang="es-CO" dirty="0"/>
              <a:t>, </a:t>
            </a:r>
            <a:r>
              <a:rPr lang="es-CO" dirty="0" err="1"/>
              <a:t>left</a:t>
            </a:r>
            <a:r>
              <a:rPr lang="es-CO" dirty="0"/>
              <a:t> </a:t>
            </a:r>
            <a:r>
              <a:rPr lang="es-CO" dirty="0" err="1"/>
              <a:t>yaw</a:t>
            </a:r>
            <a:r>
              <a:rPr lang="es-CO" dirty="0"/>
              <a:t> y </a:t>
            </a:r>
            <a:r>
              <a:rPr lang="es-CO" dirty="0" err="1"/>
              <a:t>right</a:t>
            </a:r>
            <a:r>
              <a:rPr lang="es-CO" dirty="0"/>
              <a:t> </a:t>
            </a:r>
            <a:r>
              <a:rPr lang="es-CO" dirty="0" err="1"/>
              <a:t>yaw</a:t>
            </a:r>
            <a:r>
              <a:rPr lang="es-C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2052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INTERACCION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err="1"/>
              <a:t>Speed</a:t>
            </a:r>
            <a:r>
              <a:rPr lang="es-CO" dirty="0"/>
              <a:t> up = ‘SHIFT’</a:t>
            </a:r>
          </a:p>
          <a:p>
            <a:r>
              <a:rPr lang="es-CO" dirty="0"/>
              <a:t>Pitch up = ‘S’</a:t>
            </a:r>
          </a:p>
          <a:p>
            <a:r>
              <a:rPr lang="es-CO" dirty="0"/>
              <a:t>Pitch Down = ‘W’</a:t>
            </a:r>
          </a:p>
          <a:p>
            <a:r>
              <a:rPr lang="es-CO" dirty="0" err="1"/>
              <a:t>Left</a:t>
            </a:r>
            <a:r>
              <a:rPr lang="es-CO" dirty="0"/>
              <a:t> Roll = ‘A’</a:t>
            </a:r>
          </a:p>
          <a:p>
            <a:r>
              <a:rPr lang="es-CO" dirty="0" err="1"/>
              <a:t>Right</a:t>
            </a:r>
            <a:r>
              <a:rPr lang="es-CO" dirty="0"/>
              <a:t> Roll = ‘D’</a:t>
            </a:r>
          </a:p>
          <a:p>
            <a:r>
              <a:rPr lang="es-CO" dirty="0" err="1"/>
              <a:t>Left</a:t>
            </a:r>
            <a:r>
              <a:rPr lang="es-CO" dirty="0"/>
              <a:t> </a:t>
            </a:r>
            <a:r>
              <a:rPr lang="es-CO" dirty="0" err="1"/>
              <a:t>Yaw</a:t>
            </a:r>
            <a:r>
              <a:rPr lang="es-CO" dirty="0"/>
              <a:t> = ‘Q’</a:t>
            </a:r>
          </a:p>
          <a:p>
            <a:r>
              <a:rPr lang="es-CO" dirty="0" err="1"/>
              <a:t>Right</a:t>
            </a:r>
            <a:r>
              <a:rPr lang="es-CO" dirty="0"/>
              <a:t> </a:t>
            </a:r>
            <a:r>
              <a:rPr lang="es-CO" dirty="0" err="1"/>
              <a:t>Yaw</a:t>
            </a:r>
            <a:r>
              <a:rPr lang="es-CO" dirty="0"/>
              <a:t> = ‘E’</a:t>
            </a:r>
          </a:p>
          <a:p>
            <a:r>
              <a:rPr lang="es-CO" dirty="0"/>
              <a:t>Reinicio de Escena = ‘R’</a:t>
            </a:r>
          </a:p>
        </p:txBody>
      </p:sp>
    </p:spTree>
    <p:extLst>
      <p:ext uri="{BB962C8B-B14F-4D97-AF65-F5344CB8AC3E}">
        <p14:creationId xmlns:p14="http://schemas.microsoft.com/office/powerpoint/2010/main" val="2728407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ECUACIONES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1251" y="3008206"/>
            <a:ext cx="4820790" cy="2456927"/>
          </a:xfrm>
        </p:spPr>
      </p:pic>
    </p:spTree>
    <p:extLst>
      <p:ext uri="{BB962C8B-B14F-4D97-AF65-F5344CB8AC3E}">
        <p14:creationId xmlns:p14="http://schemas.microsoft.com/office/powerpoint/2010/main" val="822739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GRAFO DE ESCENA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031" y="2222287"/>
            <a:ext cx="6829425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721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6959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CONCLUSIONES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s-CO" dirty="0"/>
              <a:t>Se logró implementar una escena cono simulación de vuelo en una pista de despegue haciendo uso de .</a:t>
            </a:r>
            <a:r>
              <a:rPr lang="es-CO" dirty="0" err="1"/>
              <a:t>obj</a:t>
            </a:r>
            <a:r>
              <a:rPr lang="es-CO" dirty="0"/>
              <a:t>, </a:t>
            </a:r>
            <a:r>
              <a:rPr lang="es-CO" dirty="0" err="1"/>
              <a:t>interactive</a:t>
            </a:r>
            <a:r>
              <a:rPr lang="es-CO" dirty="0"/>
              <a:t> frames, una escena y texturas.</a:t>
            </a:r>
          </a:p>
          <a:p>
            <a:pPr lvl="1"/>
            <a:r>
              <a:rPr lang="es-CO" dirty="0"/>
              <a:t>Proscene es una librería que facilita la implementación de sketches orientados a la interacción con el usuario así como el manejo de cámara escenas y frames.</a:t>
            </a:r>
          </a:p>
          <a:p>
            <a:pPr lvl="1"/>
            <a:r>
              <a:rPr lang="es-CO" dirty="0"/>
              <a:t>La modificación de métodos para controlar de manera personalizada la cámara en tercera persona tienen cierta complejidad.</a:t>
            </a:r>
          </a:p>
        </p:txBody>
      </p:sp>
    </p:spTree>
    <p:extLst>
      <p:ext uri="{BB962C8B-B14F-4D97-AF65-F5344CB8AC3E}">
        <p14:creationId xmlns:p14="http://schemas.microsoft.com/office/powerpoint/2010/main" val="4080358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GRACIAS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9165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7AF46513-5B0D-4B03-9323-32F3F0BFC9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468</TotalTime>
  <Words>212</Words>
  <Application>Microsoft Office PowerPoint</Application>
  <PresentationFormat>Widescreen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2</vt:lpstr>
      <vt:lpstr>Quotable</vt:lpstr>
      <vt:lpstr>FLIGHT SIMULATOR</vt:lpstr>
      <vt:lpstr>OBJETIVOS</vt:lpstr>
      <vt:lpstr>INTERACCION</vt:lpstr>
      <vt:lpstr>ECUACIONES</vt:lpstr>
      <vt:lpstr>GRAFO DE ESCENA</vt:lpstr>
      <vt:lpstr>DEMO</vt:lpstr>
      <vt:lpstr>CONCLUSIONES 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 SIMULATOR</dc:title>
  <dc:creator>CarlosMedina</dc:creator>
  <cp:lastModifiedBy>CarlosMedina</cp:lastModifiedBy>
  <cp:revision>5</cp:revision>
  <dcterms:created xsi:type="dcterms:W3CDTF">2017-05-31T03:47:35Z</dcterms:created>
  <dcterms:modified xsi:type="dcterms:W3CDTF">2017-05-31T11:41:12Z</dcterms:modified>
</cp:coreProperties>
</file>